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6F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2117" y="934641"/>
            <a:ext cx="7979765" cy="106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0"/>
              </a:lnSpc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làm Prototype bằng AI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392934" y="2047131"/>
            <a:ext cx="23579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3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Prototype Workflow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2117" y="2577257"/>
            <a:ext cx="79797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 HOÀN THÀNH SẢN PHẨM (PRODUCT COMPLETION %)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0350" y="2786807"/>
            <a:ext cx="4694039" cy="406301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95754" y="2861370"/>
            <a:ext cx="4232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54389" y="2786807"/>
            <a:ext cx="1564630" cy="406301"/>
          </a:xfrm>
          <a:prstGeom prst="rect">
            <a:avLst/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65203" y="2861370"/>
            <a:ext cx="5428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19020" y="2786807"/>
            <a:ext cx="1564630" cy="4063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29833" y="2861370"/>
            <a:ext cx="5428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41746" y="3256508"/>
            <a:ext cx="1131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ban đầu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85123" y="3440609"/>
            <a:ext cx="12444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toàn bộ khung logic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15753" y="3599259"/>
            <a:ext cx="58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→ 60%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54115" y="3256508"/>
            <a:ext cx="1365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sâu từng Scene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89262" y="3440609"/>
            <a:ext cx="894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từng scene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2677" y="3599259"/>
            <a:ext cx="648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→ 80%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51502" y="3256508"/>
            <a:ext cx="6995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41140" y="3440609"/>
            <a:ext cx="920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Chỉnh chi tiết cuối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44821" y="3599259"/>
            <a:ext cx="7130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→ 100%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45329" y="3910310"/>
            <a:ext cx="44533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giai đoạn · 60% + 20% + 20% = 100% Prototype hoàn chỉnh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940350"/>
            <a:ext cx="9144000" cy="20315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8600" y="4984700"/>
            <a:ext cx="1022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Prototype Workflow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65715" y="4984700"/>
            <a:ext cx="10706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Giai Đoạn · Overview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09538"/>
            <a:ext cx="956965" cy="492026"/>
          </a:xfrm>
          <a:prstGeom prst="roundRect">
            <a:avLst>
              <a:gd name="adj" fmla="val 15487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60288"/>
            <a:ext cx="66520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63266" y="109538"/>
            <a:ext cx="34848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ban đầu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63266" y="458688"/>
            <a:ext cx="34848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toàn bộ khung tính năng về mặt logic · 0% → 60%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787301"/>
            <a:ext cx="5211961" cy="1650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93441" y="812602"/>
            <a:ext cx="110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▌ Phase 1 · 0% → 60%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40561" y="787301"/>
            <a:ext cx="1737420" cy="1650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77980" y="787301"/>
            <a:ext cx="1737420" cy="1650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6480" y="990451"/>
            <a:ext cx="531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─────────────── 60%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23187" y="990451"/>
            <a:ext cx="1772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80%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60606" y="990451"/>
            <a:ext cx="1772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100%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1257151"/>
            <a:ext cx="5375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CHUẨN BỊ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1422202"/>
            <a:ext cx="2603450" cy="978098"/>
          </a:xfrm>
          <a:prstGeom prst="roundRect">
            <a:avLst>
              <a:gd name="adj" fmla="val 519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7650" y="1422202"/>
            <a:ext cx="0" cy="97809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201" y="15110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8181" y="157445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052" y="1511052"/>
            <a:ext cx="124449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UI từ GDD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052" y="1706463"/>
            <a:ext cx="1244495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3D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Liệt kê tất cả màn hình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95451" y="1422202"/>
            <a:ext cx="2603599" cy="978098"/>
          </a:xfrm>
          <a:prstGeom prst="roundRect">
            <a:avLst>
              <a:gd name="adj" fmla="val 519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914501" y="1422202"/>
            <a:ext cx="0" cy="97809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052" y="15110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35032" y="157445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5903" y="1511052"/>
            <a:ext cx="13043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thành Scene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15903" y="1706463"/>
            <a:ext cx="1304306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3D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tên nhất quán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" y="2463701"/>
            <a:ext cx="2603450" cy="978247"/>
          </a:xfrm>
          <a:prstGeom prst="roundRect">
            <a:avLst>
              <a:gd name="adj" fmla="val 519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7650" y="2463701"/>
            <a:ext cx="0" cy="97824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201" y="25525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8181" y="26159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052" y="2552551"/>
            <a:ext cx="138597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ảnh reference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052" y="2747963"/>
            <a:ext cx="1385977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3D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tương tự / ý tưởng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95451" y="2463701"/>
            <a:ext cx="2603599" cy="978247"/>
          </a:xfrm>
          <a:prstGeom prst="roundRect">
            <a:avLst>
              <a:gd name="adj" fmla="val 519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914501" y="2463701"/>
            <a:ext cx="0" cy="97824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052" y="25525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135032" y="26159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15903" y="2552551"/>
            <a:ext cx="148556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/ link ảnh ref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15903" y="2747963"/>
            <a:ext cx="1485561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3D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 sẵn cho AI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28600" y="3505349"/>
            <a:ext cx="2603450" cy="978247"/>
          </a:xfrm>
          <a:prstGeom prst="roundRect">
            <a:avLst>
              <a:gd name="adj" fmla="val 519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7650" y="3505349"/>
            <a:ext cx="0" cy="97824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8201" y="359419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8181" y="3657600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9052" y="3594199"/>
            <a:ext cx="146567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Scene Table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9052" y="3789611"/>
            <a:ext cx="1465674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3D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mô tả từng scene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895451" y="3505349"/>
            <a:ext cx="2603599" cy="978247"/>
          </a:xfrm>
          <a:prstGeom prst="roundRect">
            <a:avLst>
              <a:gd name="adj" fmla="val 519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2914501" y="3505349"/>
            <a:ext cx="0" cy="97824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5052" y="359419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135032" y="3657600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15903" y="3594199"/>
            <a:ext cx="154567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layout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415903" y="3789611"/>
            <a:ext cx="1545675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3D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Ngang / dọc cho từng scene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28600" y="4559647"/>
            <a:ext cx="5270450" cy="126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28600" y="4623048"/>
            <a:ext cx="5270450" cy="317302"/>
          </a:xfrm>
          <a:prstGeom prst="roundRect">
            <a:avLst>
              <a:gd name="adj" fmla="val 1601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247650" y="4623048"/>
            <a:ext cx="0" cy="31730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650" y="4686449"/>
            <a:ext cx="50780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Sau bước này: khung logic hoàn thiện — ~60% sản phẩm đã hình thành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69560" y="1257151"/>
            <a:ext cx="33293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THAM KHẢO VÍ DỤ</a:t>
            </a:r>
            <a:endParaRPr lang="en-US" sz="850" dirty="0"/>
          </a:p>
        </p:txBody>
      </p:sp>
      <p:pic>
        <p:nvPicPr>
          <p:cNvPr id="56" name="Image 0" descr="D:/Tamaki/3. Wokrs/2. Oshigoto/11. Claude-PRJ/1. CCN2/v3/pptx-ws2/slides/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201" y="1422202"/>
            <a:ext cx="1619399" cy="1659285"/>
          </a:xfrm>
          <a:prstGeom prst="rect">
            <a:avLst/>
          </a:prstGeom>
        </p:spPr>
      </p:pic>
      <p:pic>
        <p:nvPicPr>
          <p:cNvPr id="57" name="Image 1" descr="D:/Tamaki/3. Wokrs/2. Oshigoto/11. Claude-PRJ/1. CCN2/v3/pptx-ws2/slides/character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950" y="1422202"/>
            <a:ext cx="1619399" cy="1659285"/>
          </a:xfrm>
          <a:prstGeom prst="rect">
            <a:avLst/>
          </a:prstGeom>
        </p:spPr>
      </p:pic>
      <p:pic>
        <p:nvPicPr>
          <p:cNvPr id="58" name="Image 2" descr="D:/Tamaki/3. Wokrs/2. Oshigoto/11. Claude-PRJ/1. CCN2/v3/pptx-ws2/slides/character-info-R199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201" y="3125837"/>
            <a:ext cx="1619399" cy="1668512"/>
          </a:xfrm>
          <a:prstGeom prst="rect">
            <a:avLst/>
          </a:prstGeom>
        </p:spPr>
      </p:pic>
      <p:pic>
        <p:nvPicPr>
          <p:cNvPr id="59" name="Image 3" descr="D:/Tamaki/3. Wokrs/2. Oshigoto/11. Claude-PRJ/1. CCN2/v3/pptx-ws2/slides/character-info-lvlup-R199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950" y="3125837"/>
            <a:ext cx="1619399" cy="1668512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5669560" y="4826050"/>
            <a:ext cx="33293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 · character-list · character-info · lvlup</a:t>
            </a:r>
            <a:endParaRPr lang="en-US" sz="850" dirty="0"/>
          </a:p>
        </p:txBody>
      </p:sp>
      <p:sp>
        <p:nvSpPr>
          <p:cNvPr id="61" name="Text 55"/>
          <p:cNvSpPr/>
          <p:nvPr/>
        </p:nvSpPr>
        <p:spPr>
          <a:xfrm>
            <a:off x="0" y="4940350"/>
            <a:ext cx="9144000" cy="20315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>
            <a:off x="228600" y="4984700"/>
            <a:ext cx="1174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Khung ban đầu</a:t>
            </a:r>
            <a:endParaRPr lang="en-US" sz="800" dirty="0"/>
          </a:p>
        </p:txBody>
      </p:sp>
      <p:sp>
        <p:nvSpPr>
          <p:cNvPr id="63" name="Text 57"/>
          <p:cNvSpPr/>
          <p:nvPr/>
        </p:nvSpPr>
        <p:spPr>
          <a:xfrm>
            <a:off x="8407450" y="4984700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→ 60%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09538"/>
            <a:ext cx="956965" cy="492026"/>
          </a:xfrm>
          <a:prstGeom prst="roundRect">
            <a:avLst>
              <a:gd name="adj" fmla="val 15487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60288"/>
            <a:ext cx="66520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63266" y="109538"/>
            <a:ext cx="46658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Table — Ví dụ format chuẩn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63266" y="458688"/>
            <a:ext cx="4665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để mô tả đầy đủ các Scene trước khi bắt đầu code · 0% → 60%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787301"/>
            <a:ext cx="5211961" cy="1650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93441" y="812602"/>
            <a:ext cx="110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▌ Phase 1 · 0% → 60%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40561" y="787301"/>
            <a:ext cx="1737420" cy="1650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77980" y="787301"/>
            <a:ext cx="1737420" cy="1650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6480" y="990451"/>
            <a:ext cx="531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─────────────── 60%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23187" y="990451"/>
            <a:ext cx="1772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80%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60606" y="990451"/>
            <a:ext cx="1772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100%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1269802"/>
            <a:ext cx="8860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DỤ: TÍNH NĂNG CHARACTER INFO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3619798"/>
            <a:ext cx="8686800" cy="126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8600" y="3695849"/>
            <a:ext cx="8686800" cy="373261"/>
          </a:xfrm>
          <a:prstGeom prst="roundRect">
            <a:avLst>
              <a:gd name="adj" fmla="val 13610"/>
            </a:avLst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47650" y="3695849"/>
            <a:ext cx="0" cy="373261"/>
          </a:xfrm>
          <a:prstGeom prst="line">
            <a:avLst/>
          </a:prstGeom>
          <a:noFill/>
          <a:ln w="38100">
            <a:solidFill>
              <a:srgbClr val="E07B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650" y="3784699"/>
            <a:ext cx="85626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Lưu ý: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Đôi khi cần cung cấp Balance Demo trước → làm khung Balance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song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với bước này.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940350"/>
            <a:ext cx="9144000" cy="20315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28600" y="4984700"/>
            <a:ext cx="13970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Scene Table Format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07450" y="4984700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→ 60%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09538"/>
            <a:ext cx="1141363" cy="492026"/>
          </a:xfrm>
          <a:prstGeom prst="roundRect">
            <a:avLst>
              <a:gd name="adj" fmla="val 15487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60288"/>
            <a:ext cx="853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47664" y="109538"/>
            <a:ext cx="32600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sâu vào từng Scene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47664" y="458688"/>
            <a:ext cx="3260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ảnh demo để AI code chính xác hơn · 60% → 80%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787301"/>
            <a:ext cx="5211961" cy="165050"/>
          </a:xfrm>
          <a:prstGeom prst="rect">
            <a:avLst/>
          </a:prstGeom>
          <a:solidFill>
            <a:srgbClr val="6EE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74714" y="798314"/>
            <a:ext cx="733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60% 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40561" y="787301"/>
            <a:ext cx="1737420" cy="165050"/>
          </a:xfrm>
          <a:prstGeom prst="rect">
            <a:avLst/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27849" y="812602"/>
            <a:ext cx="3699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▌ +20%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77980" y="787301"/>
            <a:ext cx="1737420" cy="1650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6480" y="990451"/>
            <a:ext cx="531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─────────── 60% 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23187" y="990451"/>
            <a:ext cx="1772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80% 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60606" y="990451"/>
            <a:ext cx="1772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100%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1257151"/>
            <a:ext cx="5375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ĐI SÂU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8600" y="1422202"/>
            <a:ext cx="2603450" cy="1385888"/>
          </a:xfrm>
          <a:prstGeom prst="roundRect">
            <a:avLst>
              <a:gd name="adj" fmla="val 3666"/>
            </a:avLst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47650" y="1422202"/>
            <a:ext cx="0" cy="1385888"/>
          </a:xfrm>
          <a:prstGeom prst="line">
            <a:avLst/>
          </a:prstGeom>
          <a:noFill/>
          <a:ln w="38100">
            <a:solidFill>
              <a:srgbClr val="E07B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201" y="15110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8181" y="157445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052" y="1559272"/>
            <a:ext cx="135607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demo Figma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8201" y="1828502"/>
            <a:ext cx="2409596" cy="14481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7A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Cắt &amp; dán ảnh, không cần đẹp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95451" y="1422202"/>
            <a:ext cx="2603599" cy="1385888"/>
          </a:xfrm>
          <a:prstGeom prst="roundRect">
            <a:avLst>
              <a:gd name="adj" fmla="val 3666"/>
            </a:avLst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914501" y="1422202"/>
            <a:ext cx="0" cy="1385888"/>
          </a:xfrm>
          <a:prstGeom prst="line">
            <a:avLst/>
          </a:prstGeom>
          <a:noFill/>
          <a:ln w="38100">
            <a:solidFill>
              <a:srgbClr val="E07B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5052" y="15110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35032" y="157445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15903" y="1559272"/>
            <a:ext cx="13905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mô tả ảnh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35052" y="1828502"/>
            <a:ext cx="2409748" cy="14481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7A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/ link → AI diễn giải layout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" y="2871490"/>
            <a:ext cx="2603450" cy="1385888"/>
          </a:xfrm>
          <a:prstGeom prst="roundRect">
            <a:avLst>
              <a:gd name="adj" fmla="val 3666"/>
            </a:avLst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47650" y="2871490"/>
            <a:ext cx="0" cy="1385887"/>
          </a:xfrm>
          <a:prstGeom prst="line">
            <a:avLst/>
          </a:prstGeom>
          <a:noFill/>
          <a:ln w="38100">
            <a:solidFill>
              <a:srgbClr val="E07B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201" y="296034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8181" y="302374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052" y="3008561"/>
            <a:ext cx="114885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mô tả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8201" y="3277791"/>
            <a:ext cx="2409596" cy="14481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7A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Chỉnh nếu AI hiểu chưa đúng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895451" y="2871490"/>
            <a:ext cx="2603599" cy="1385888"/>
          </a:xfrm>
          <a:prstGeom prst="roundRect">
            <a:avLst>
              <a:gd name="adj" fmla="val 3666"/>
            </a:avLst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2914501" y="2871490"/>
            <a:ext cx="0" cy="1385887"/>
          </a:xfrm>
          <a:prstGeom prst="line">
            <a:avLst/>
          </a:prstGeom>
          <a:noFill/>
          <a:ln w="38100">
            <a:solidFill>
              <a:srgbClr val="E07B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5052" y="296034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135032" y="302374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5903" y="3008561"/>
            <a:ext cx="13905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theo mô tả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35052" y="3277791"/>
            <a:ext cx="2409748" cy="14481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7A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Dựa trên mô tả đã được duyệt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" y="4333429"/>
            <a:ext cx="5270450" cy="126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28600" y="4396829"/>
            <a:ext cx="5270450" cy="543520"/>
          </a:xfrm>
          <a:prstGeom prst="roundRect">
            <a:avLst>
              <a:gd name="adj" fmla="val 9346"/>
            </a:avLst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247650" y="4396829"/>
            <a:ext cx="0" cy="543520"/>
          </a:xfrm>
          <a:prstGeom prst="line">
            <a:avLst/>
          </a:prstGeom>
          <a:noFill/>
          <a:ln w="38100">
            <a:solidFill>
              <a:srgbClr val="E07B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650" y="4473029"/>
            <a:ext cx="507801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7A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Tại sao?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A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mô tả ảnh → align kỳ vọng trước khi code, tránh sai lệch về layout.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00449" y="1257151"/>
            <a:ext cx="307787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MOCKUP → CODE OUTPUT</a:t>
            </a:r>
            <a:endParaRPr lang="en-US" sz="850" dirty="0"/>
          </a:p>
        </p:txBody>
      </p:sp>
      <p:pic>
        <p:nvPicPr>
          <p:cNvPr id="45" name="Image 0" descr="D:/Tamaki/3. Wokrs/2. Oshigoto/11. Claude-PRJ/1. CCN2/v3/pptx-ws2/slides/character-info-ccn2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201" y="1422202"/>
            <a:ext cx="15049500" cy="8479482"/>
          </a:xfrm>
          <a:prstGeom prst="rect">
            <a:avLst/>
          </a:prstGeom>
        </p:spPr>
      </p:pic>
      <p:pic>
        <p:nvPicPr>
          <p:cNvPr id="46" name="Image 1" descr="D:/Tamaki/3. Wokrs/2. Oshigoto/11. Claude-PRJ/1. CCN2/v3/pptx-ws2/slides/character-info-skill-info-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901" y="1422202"/>
            <a:ext cx="15049500" cy="8479482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5400449" y="9933384"/>
            <a:ext cx="307787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character-info · skill-info demo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0" y="4940350"/>
            <a:ext cx="9144000" cy="20315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228600" y="4984700"/>
            <a:ext cx="1330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Đi sâu từng Scene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8350895" y="4984700"/>
            <a:ext cx="5757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→ 80%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09538"/>
            <a:ext cx="1141363" cy="492026"/>
          </a:xfrm>
          <a:prstGeom prst="roundRect">
            <a:avLst>
              <a:gd name="adj" fmla="val 15487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60288"/>
            <a:ext cx="853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47664" y="109538"/>
            <a:ext cx="37507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bằng tay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47664" y="458688"/>
            <a:ext cx="37507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Chỉnh chi tiết cuối — hoàn thành 100% sản phẩm · 80% → 100%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787301"/>
            <a:ext cx="5211961" cy="165050"/>
          </a:xfrm>
          <a:prstGeom prst="rect">
            <a:avLst/>
          </a:prstGeom>
          <a:solidFill>
            <a:srgbClr val="6EE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74714" y="798314"/>
            <a:ext cx="733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60% 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40561" y="787301"/>
            <a:ext cx="1737420" cy="165050"/>
          </a:xfrm>
          <a:prstGeom prst="rect">
            <a:avLst/>
          </a:prstGeom>
          <a:solidFill>
            <a:srgbClr val="FDBA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9404" y="798314"/>
            <a:ext cx="733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80% 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77980" y="787301"/>
            <a:ext cx="1737420" cy="1650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65269" y="812602"/>
            <a:ext cx="3699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▌ +20%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6480" y="990451"/>
            <a:ext cx="531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─────────── 60% 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23187" y="990451"/>
            <a:ext cx="1772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80% 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60606" y="990451"/>
            <a:ext cx="1772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100% 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1257151"/>
            <a:ext cx="8860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FINE-TUNE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" y="1434852"/>
            <a:ext cx="2836366" cy="665262"/>
          </a:xfrm>
          <a:prstGeom prst="roundRect">
            <a:avLst>
              <a:gd name="adj" fmla="val 763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47650" y="1434852"/>
            <a:ext cx="0" cy="6652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650" y="15363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3630" y="159975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4502" y="1584573"/>
            <a:ext cx="171873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chi tiết cần chỉnh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650" y="1853803"/>
            <a:ext cx="2595253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text, không nhờ AI dịch ảnh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53817" y="1434852"/>
            <a:ext cx="2836366" cy="665262"/>
          </a:xfrm>
          <a:prstGeom prst="roundRect">
            <a:avLst>
              <a:gd name="adj" fmla="val 763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172867" y="1434852"/>
            <a:ext cx="0" cy="6652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8867" y="15363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18847" y="159975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99718" y="1584573"/>
            <a:ext cx="12955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nhỏ / lần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8867" y="1853803"/>
            <a:ext cx="2595253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request = 1 vấn đề duy nhất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79034" y="1434852"/>
            <a:ext cx="2836366" cy="665262"/>
          </a:xfrm>
          <a:prstGeom prst="roundRect">
            <a:avLst>
              <a:gd name="adj" fmla="val 763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98084" y="1434852"/>
            <a:ext cx="0" cy="6652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4084" y="15363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44064" y="159975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4935" y="1584573"/>
            <a:ext cx="19264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ngay sau mỗi lần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44084" y="1853803"/>
            <a:ext cx="2595253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trước khi tiếp tục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" y="2163514"/>
            <a:ext cx="8860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QUAN TRỌNG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2341215"/>
            <a:ext cx="2105025" cy="868412"/>
          </a:xfrm>
          <a:prstGeom prst="roundRect">
            <a:avLst>
              <a:gd name="adj" fmla="val 8775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20960" y="2449116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2150" y="2779216"/>
            <a:ext cx="11377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nhanh hơn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7993" y="2956917"/>
            <a:ext cx="1366090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nhỏ → ít lỗi hơn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422475" y="2341215"/>
            <a:ext cx="2105174" cy="868412"/>
          </a:xfrm>
          <a:prstGeom prst="roundRect">
            <a:avLst>
              <a:gd name="adj" fmla="val 8775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14984" y="2449116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972363" y="2779216"/>
            <a:ext cx="10052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xác định lỗi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90269" y="2956917"/>
            <a:ext cx="1769587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 thay đổi → biết ngay sai ở đâu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16500" y="2341215"/>
            <a:ext cx="2105025" cy="868412"/>
          </a:xfrm>
          <a:prstGeom prst="roundRect">
            <a:avLst>
              <a:gd name="adj" fmla="val 8775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552426" y="2449116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075456" y="2779216"/>
            <a:ext cx="1187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mất tiến độ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90064" y="2956917"/>
            <a:ext cx="1757746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Hết token / compact giữa chừng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10375" y="2341215"/>
            <a:ext cx="2105025" cy="868412"/>
          </a:xfrm>
          <a:prstGeom prst="roundRect">
            <a:avLst>
              <a:gd name="adj" fmla="val 8775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702735" y="2449116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186144" y="2779216"/>
            <a:ext cx="13533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tiến hóa dần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72026" y="2956917"/>
            <a:ext cx="1381574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theo dõi từng thay đổi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28600" y="3273028"/>
            <a:ext cx="8686800" cy="126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28600" y="3349079"/>
            <a:ext cx="8686800" cy="347960"/>
          </a:xfrm>
          <a:prstGeom prst="roundRect">
            <a:avLst>
              <a:gd name="adj" fmla="val 14599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247650" y="3349079"/>
            <a:ext cx="0" cy="34796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650" y="3425279"/>
            <a:ext cx="85626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1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Tip: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1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Tránh gom nhiều request → khó kiểm chứng, AI dễ sót, design khó trace.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0" y="4940350"/>
            <a:ext cx="9144000" cy="20315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28600" y="4984700"/>
            <a:ext cx="1335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Fine-tune bằng tay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94489" y="4984700"/>
            <a:ext cx="633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→ 100%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6F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350" y="203150"/>
            <a:ext cx="161201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2156" y="460325"/>
            <a:ext cx="29123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giai đoạn → 100% Prototype hoàn chỉnh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758726"/>
            <a:ext cx="5151239" cy="253901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52688" y="819001"/>
            <a:ext cx="820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60%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30589" y="758726"/>
            <a:ext cx="1717030" cy="253901"/>
          </a:xfrm>
          <a:prstGeom prst="rect">
            <a:avLst/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33207" y="819001"/>
            <a:ext cx="3180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47620" y="758726"/>
            <a:ext cx="1717030" cy="2539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50237" y="819001"/>
            <a:ext cx="3180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7838" y="1050727"/>
            <a:ext cx="5254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─── Khung ban đầu ─── 60%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13419" y="1050727"/>
            <a:ext cx="1751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Đi sâu ── 80%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0449" y="1050727"/>
            <a:ext cx="1751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Fine-tune ── 100%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644" y="1190327"/>
            <a:ext cx="87570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6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100% hoàn thành 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1415653"/>
            <a:ext cx="2793950" cy="3423196"/>
          </a:xfrm>
          <a:prstGeom prst="roundRect">
            <a:avLst>
              <a:gd name="adj" fmla="val 3636"/>
            </a:avLst>
          </a:prstGeom>
          <a:noFill/>
          <a:ln w="19050">
            <a:solidFill>
              <a:srgbClr val="059669"/>
            </a:solidFill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7650" y="1434703"/>
            <a:ext cx="2755850" cy="5334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39602" y="1528316"/>
            <a:ext cx="58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→ 60%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408" y="1674316"/>
            <a:ext cx="17119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· Khung ban đầu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7650" y="1968103"/>
            <a:ext cx="2755850" cy="2851696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2069604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0401" y="2069604"/>
            <a:ext cx="977015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UI từ GDD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0050" y="2303115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0401" y="2303115"/>
            <a:ext cx="1283357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Scene rõ ràng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0050" y="2536627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0401" y="2536627"/>
            <a:ext cx="1846249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&amp; upload ảnh reference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0050" y="2770138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0401" y="2770138"/>
            <a:ext cx="1330264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Scene Table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00050" y="3003649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0401" y="3003649"/>
            <a:ext cx="1755621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layout ngang/dọc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174950" y="1415653"/>
            <a:ext cx="2794099" cy="3423196"/>
          </a:xfrm>
          <a:prstGeom prst="roundRect">
            <a:avLst>
              <a:gd name="adj" fmla="val 3636"/>
            </a:avLst>
          </a:prstGeom>
          <a:noFill/>
          <a:ln w="19050">
            <a:solidFill>
              <a:srgbClr val="E07B1A"/>
            </a:solidFill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94000" y="1434703"/>
            <a:ext cx="2755999" cy="533400"/>
          </a:xfrm>
          <a:prstGeom prst="rect">
            <a:avLst/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254252" y="1528316"/>
            <a:ext cx="648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→ 80%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0415" y="1674316"/>
            <a:ext cx="20636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· Đi sâu từng Scene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94000" y="1968103"/>
            <a:ext cx="2755999" cy="2851696"/>
          </a:xfrm>
          <a:prstGeom prst="rect">
            <a:avLst/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46400" y="2069604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36752" y="2069604"/>
            <a:ext cx="1233565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demo Figma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346400" y="2303115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36752" y="2303115"/>
            <a:ext cx="1258461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mô tả ảnh demo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346400" y="2536627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36752" y="2536627"/>
            <a:ext cx="1523512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/ chỉnh mô tả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346400" y="2770138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536752" y="2770138"/>
            <a:ext cx="1250263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theo mô tả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121450" y="1415653"/>
            <a:ext cx="2793950" cy="3423196"/>
          </a:xfrm>
          <a:prstGeom prst="roundRect">
            <a:avLst>
              <a:gd name="adj" fmla="val 3636"/>
            </a:avLst>
          </a:prstGeom>
          <a:noFill/>
          <a:ln w="19050">
            <a:solidFill>
              <a:srgbClr val="7C3AED"/>
            </a:solidFill>
          </a:ln>
          <a:effectLst>
            <a:outerShdw sx="100000" sy="100000" kx="0" ky="0" algn="bl" rotWithShape="0" blurRad="57150" dist="21299" dir="378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40500" y="1434703"/>
            <a:ext cx="2755850" cy="5334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168753" y="1528316"/>
            <a:ext cx="7130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→ 100%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60232" y="1674316"/>
            <a:ext cx="13425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· Fine-tune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40500" y="1968103"/>
            <a:ext cx="2755850" cy="2851696"/>
          </a:xfrm>
          <a:prstGeom prst="rect">
            <a:avLst/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92900" y="2069604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83251" y="2069604"/>
            <a:ext cx="1523360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chi tiết cần chỉnh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292900" y="2303115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83251" y="2303115"/>
            <a:ext cx="1738923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nhỏ, 1 vấn đề/lần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292900" y="2536627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83251" y="2536627"/>
            <a:ext cx="1721921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ngay sau mỗi lần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292900" y="2770138"/>
            <a:ext cx="1164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83251" y="2770138"/>
            <a:ext cx="1772016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tiến hóa dần theo ý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0" y="4940350"/>
            <a:ext cx="9144000" cy="20315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28600" y="4984700"/>
            <a:ext cx="15119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· AI Prototype Workflow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51378" y="4970413"/>
            <a:ext cx="1493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Prototype Hoàn Chỉnh ✓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làm Prototype bằng AI</dc:title>
  <dc:subject>PptxGenJS Presentation</dc:subject>
  <dc:creator>PptxGenJS</dc:creator>
  <cp:lastModifiedBy>PptxGenJS</cp:lastModifiedBy>
  <cp:revision>1</cp:revision>
  <dcterms:created xsi:type="dcterms:W3CDTF">2026-03-20T10:27:27Z</dcterms:created>
  <dcterms:modified xsi:type="dcterms:W3CDTF">2026-03-20T10:27:27Z</dcterms:modified>
</cp:coreProperties>
</file>