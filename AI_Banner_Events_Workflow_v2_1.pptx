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31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82880"/>
            <a:ext cx="2194560" cy="2194560"/>
          </a:xfrm>
          <a:prstGeom prst="ellipse">
            <a:avLst/>
          </a:prstGeom>
          <a:solidFill>
            <a:srgbClr val="0D9488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1645920"/>
            <a:ext cx="1097280" cy="1097280"/>
          </a:xfrm>
          <a:prstGeom prst="ellipse">
            <a:avLst/>
          </a:prstGeom>
          <a:solidFill>
            <a:srgbClr val="5EEAD4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3291840"/>
            <a:ext cx="731520" cy="731520"/>
          </a:xfrm>
          <a:prstGeom prst="ellipse">
            <a:avLst/>
          </a:prstGeom>
          <a:solidFill>
            <a:srgbClr val="0D9488">
              <a:alpha val="3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</a:rPr>
              <a:t>AI WORKFLOW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TẠO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&amp; BỐI CẢNH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CÙNG AI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3730752"/>
            <a:ext cx="41148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</a:rPr>
              <a:t>Từ các Contents &amp; Assets có sẵn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</a:rPr>
              <a:t>cùng AI Scenario — Game Scene Builder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47472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45936" y="3474720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31152" y="347472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16368" y="3474720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516368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01584" y="347472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5 bước chính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Sketch → Game Scene Builder → Review → Edit → Retouch 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kern="0" spc="50" dirty="0">
                <a:solidFill>
                  <a:srgbClr val="FFFFFF"/>
                </a:solidFill>
              </a:rPr>
              <a:t>TỔNG QUAN QUY TRÌNH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DFB"/>
                </a:solidFill>
              </a:rPr>
              <a:t>2 luồng tạo Banner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120640" cy="2743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LUỒNG A — Có bản Sketch ý tưởng (Recommended)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1207008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15568"/>
            <a:ext cx="120700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243584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Sketch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Ý tưởng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35608" y="2176272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435608" y="2084832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27048" y="1115568"/>
            <a:ext cx="1207008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27048" y="1115568"/>
            <a:ext cx="120700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124358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81912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Game Scene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34056" y="2176272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734056" y="2084832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25496" y="1115568"/>
            <a:ext cx="1207008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25496" y="1115568"/>
            <a:ext cx="120700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8688" y="124358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21868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Review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Edit Prompt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32504" y="2176272"/>
            <a:ext cx="914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032504" y="2084832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23944" y="1115568"/>
            <a:ext cx="1207008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23944" y="1115568"/>
            <a:ext cx="120700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7136" y="1243584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78808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Retouch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804672"/>
            <a:ext cx="3566160" cy="27432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804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LUỒNG B — Prompt trực tiếp (không cần Sketch)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1115568"/>
            <a:ext cx="1691640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49240" y="1115568"/>
            <a:ext cx="16916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5971032" y="1243584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971032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Scene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Builder Direct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208483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78040" y="1115568"/>
            <a:ext cx="1691640" cy="21488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78040" y="1115568"/>
            <a:ext cx="1691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9832" y="1243584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7799832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6948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Retouch PTS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3364992"/>
            <a:ext cx="8686800" cy="137160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8600" y="3364992"/>
            <a:ext cx="8686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34381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</a:rPr>
              <a:t>ĐIỂM CHUNG CỦA CẢ 2 LUỒNG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373075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Đều sử dụng Game Scene Builder để tạo banner từ content &amp; assets có sẵn (nhân vật, logo, button…)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Đều có bước Review → Edit with Prompts → Retouch PTS để hoàn thiện sản phẩm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Luồng A (có sketch) cho kết quả sát ý tưởng hơn, Luồng B nhanh hơn nhưng ít kiểm soát hơn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II / Quy Trình Tạo Banner &amp; Bối Cảnh Sự Kiện Cùng AI Scenario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BƯỚC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Task &amp; Lên Sketch Ý Tưởng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54064"/>
            <a:ext cx="5029200" cy="2808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362104"/>
            <a:ext cx="502920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36210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Sketch ý tưởng sơ bộ — bố cục, nhân vật, text tiêu đề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94960" y="1261872"/>
            <a:ext cx="3566160" cy="171907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261872"/>
            <a:ext cx="35661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532120" y="1353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5EEAD4"/>
                </a:solidFill>
              </a:rPr>
              <a:t>NỘI DUNG BƯỚC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1682496"/>
            <a:ext cx="338328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• Nhận task từ team / 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• Xác định: chủ đề banner, sự kiện, nhân vật, tone màu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• Lên sketch ý tưởng sơ bộ: hình ảnh, vị trí nhân vật, text tiêu đề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• Bố cục tổng thể trước khi đưa vào AI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3054096"/>
            <a:ext cx="3566160" cy="1600200"/>
          </a:xfrm>
          <a:prstGeom prst="rect">
            <a:avLst/>
          </a:prstGeom>
          <a:solidFill>
            <a:srgbClr val="0A22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127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</a:rPr>
              <a:t>💡  Tại sao cần Sketch?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32120" y="3438144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Sketch giúp AI hiểu đúng bố cục &amp; ý đồ sáng tạo ngay từ đầu → giảm số vòng chỉnh sửa → tiết kiệm chi phí &amp; thời gian đáng kể ở các bước sau.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Bước 01  ·  Nhận Task &amp; Lên Sketch Ý Tưởng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BƯỚC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Scene Builder — Nhập Assets &amp; Prompt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43584"/>
            <a:ext cx="5669280" cy="31654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37560" y="4409011"/>
            <a:ext cx="566928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3337560" y="4409011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Game Scene Builder — Output đầu tiên với assets game thực tế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43584"/>
            <a:ext cx="2971800" cy="98755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243584"/>
            <a:ext cx="54864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292608" y="149047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" y="1307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Nhập Assets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" y="16276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Upload concept nhân vật, logo game, button… và bản sketch ý tưởng vào app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2880" y="2359152"/>
            <a:ext cx="2971800" cy="98755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359152"/>
            <a:ext cx="54864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292608" y="26060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292608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Viết Prompt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808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Mô tả bối cảnh banner: chủ đề, màu sắc, ánh sáng, vị trí nhân vật, text cần hiển thị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3474720"/>
            <a:ext cx="2971800" cy="98755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2880" y="3474720"/>
            <a:ext cx="54864" cy="9875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Shape 20"/>
          <p:cNvSpPr/>
          <p:nvPr/>
        </p:nvSpPr>
        <p:spPr>
          <a:xfrm>
            <a:off x="292608" y="3721608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1"/>
          <p:cNvSpPr/>
          <p:nvPr/>
        </p:nvSpPr>
        <p:spPr>
          <a:xfrm>
            <a:off x="29260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9808" y="3538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Xem Output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" y="38587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AI tự động tổng hợp bố cục banner từ các assets + prompt mô tả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Bước 02  ·  Game Scene Builder — Nhập Assets &amp; Viết Prompt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BƯỚC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 &amp; Edit with Prompts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54064"/>
            <a:ext cx="5029200" cy="2808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362104"/>
            <a:ext cx="502920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36210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Output sau khi Edit — bố cục, effect &amp; vị trí nhân vật đã được chỉnh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94960" y="1261872"/>
            <a:ext cx="3566160" cy="1691640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261872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532120" y="13350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CHECKLIST REVIEW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1645920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Bố cục tổng thể &amp; cân bằng hình ảnh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Pose &amp; vị trí nhân vật (VD: Muck bị lệch?)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Màu sắc, ánh sáng, hiệu ứng chiến đấu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Nội dung text tiêu đề chính xác không?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3026664"/>
            <a:ext cx="3566160" cy="16276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0998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VÍ DỤ ĐIỀU CHỈNH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2120" y="3392424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</a:rPr>
              <a:t>"Thiếu effect thể hiện tính chất 1 trận đấu, vị trí nhân vật Muck đang bị lệch và góc nhìn chưa đúng ý đồ → vào Edit with Prompts nhập nội dung cần điều chỉnh"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Bước 03  ·  Review Output &amp; Edit with Prompts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BƯỚC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B: Prompt Trực Tiếp Không Cần Sketch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8778240" cy="320040"/>
          </a:xfrm>
          <a:prstGeom prst="rect">
            <a:avLst/>
          </a:prstGeom>
          <a:solidFill>
            <a:srgbClr val="152232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234440"/>
            <a:ext cx="54864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34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Không có sketch → vào Game Scene Builder, Prompt chi tiết bối cảnh, vị trí và hành động của các nhân vật → AI sinh ra nhiều phiên bản để chọn lựa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2880" y="3987223"/>
            <a:ext cx="416052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" y="3987223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Phiên bản 1 — Arkane Explorers: Rivalry of the Cavern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64208"/>
            <a:ext cx="4160520" cy="232301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17720" y="3987223"/>
            <a:ext cx="416052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4617720" y="3987223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Phiên bản 2 — Mage &amp; Machine: Chiến Trường Dung Nham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82880" y="4261543"/>
            <a:ext cx="8778240" cy="557345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82880" y="4261543"/>
            <a:ext cx="8778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3"/>
          <p:cNvSpPr/>
          <p:nvPr/>
        </p:nvSpPr>
        <p:spPr>
          <a:xfrm>
            <a:off x="347472" y="4352983"/>
            <a:ext cx="8412480" cy="420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AI sinh ra nhiều phiên bản banner khác nhau → team review và chọn phiên bản phù hợp nhất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Mỗi phiên bản có thể có bố cục, tông màu và góc nhìn nhân vật khác nhau — đây là lợi thế của Luồng B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Bước 04 (Luồng B)  ·  Prompt Trực Tiếp — Không Cần Sketch</a:t>
            </a:r>
            <a:endParaRPr lang="en-US" sz="900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1E2893A0-2967-6FC8-9DD3-511A745A8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658670"/>
            <a:ext cx="4160520" cy="2323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37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BƯỚC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Chọn Banner → Retouch PTS → Hoàn Thiện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44920"/>
            <a:ext cx="5029200" cy="2808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4352960"/>
            <a:ext cx="5029200" cy="2194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3529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Sản phẩm cuối — Cờ Cá Ngựa 2: Chiến Trường Dung Nham · Đã Retouch PTS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94960" y="1243584"/>
            <a:ext cx="3566160" cy="1075944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243584"/>
            <a:ext cx="54864" cy="1075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532120" y="1371600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133502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&amp; Chọn Banner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1673352"/>
            <a:ext cx="2926080" cy="600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Xem nhanh tất cả phiên bản AI tạo ra → chọn banner phù hợp nhất về bố cục, màu &amp; thông điệp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0" y="2410968"/>
            <a:ext cx="3566160" cy="1075944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94960" y="2410968"/>
            <a:ext cx="54864" cy="10759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4"/>
          <p:cNvSpPr/>
          <p:nvPr/>
        </p:nvSpPr>
        <p:spPr>
          <a:xfrm>
            <a:off x="5532120" y="253898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5532120" y="2538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250240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 with Prompts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840736"/>
            <a:ext cx="2926080" cy="600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Điều chỉnh lần cuối trong app: vị trí nhân vật, hiệu ứng, tone màu… trước khi đưa sang PTS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3578352"/>
            <a:ext cx="3566160" cy="1075944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94960" y="3578352"/>
            <a:ext cx="54864" cy="10759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3" name="Shape 20"/>
          <p:cNvSpPr/>
          <p:nvPr/>
        </p:nvSpPr>
        <p:spPr>
          <a:xfrm>
            <a:off x="5532120" y="3706368"/>
            <a:ext cx="310896" cy="31089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4" name="Text 21"/>
          <p:cNvSpPr/>
          <p:nvPr/>
        </p:nvSpPr>
        <p:spPr>
          <a:xfrm>
            <a:off x="5532120" y="3706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0" y="366979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Retouch &amp; Fix lỗi PTS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0" y="4008120"/>
            <a:ext cx="2926080" cy="600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Căn chỉnh ánh sáng, contrast, effect. Sửa lỗi AI (artifact, tỷ lệ nhân vật sai…) → output hoàn chỉnh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Bước 05  ·  Review → Edit with Prompts → Retouch PTS → Hoàn Thiện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kern="0" spc="30" dirty="0">
                <a:solidFill>
                  <a:srgbClr val="FFFFFF"/>
                </a:solidFill>
              </a:rPr>
              <a:t>HÀNH TRÌNH TỪ SKETCH ĐẾN BANNER HOÀN CHỈNH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1463040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SKETCH GỐC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00600" y="749808"/>
            <a:ext cx="18288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749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BANNER CUỐI (SLIDE 5 · SAU EDIT)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4251960" cy="23740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62272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→</a:t>
            </a:r>
            <a:endParaRPr lang="en-US" sz="2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51560"/>
            <a:ext cx="4160520" cy="232301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4400" y="374567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7456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40080" y="412971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Sketch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261872" y="3919406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5" name="Shape 11"/>
          <p:cNvSpPr/>
          <p:nvPr/>
        </p:nvSpPr>
        <p:spPr>
          <a:xfrm>
            <a:off x="2834640" y="374567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2834640" y="37456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560320" y="412971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Game Scene Builder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182112" y="3919406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9" name="Shape 15"/>
          <p:cNvSpPr/>
          <p:nvPr/>
        </p:nvSpPr>
        <p:spPr>
          <a:xfrm>
            <a:off x="4754880" y="374567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37456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480560" y="412971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Review &amp; Edit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102352" y="3919406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Shape 19"/>
          <p:cNvSpPr/>
          <p:nvPr/>
        </p:nvSpPr>
        <p:spPr>
          <a:xfrm>
            <a:off x="6675120" y="374567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0" y="37456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400800" y="412971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Retouch PTS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Sketch → AI Render → Review → Retouch  ·  Hành Trình Tạo Banner Sự Kiện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182880"/>
            <a:ext cx="2194560" cy="2194560"/>
          </a:xfrm>
          <a:prstGeom prst="ellipse">
            <a:avLst/>
          </a:prstGeom>
          <a:solidFill>
            <a:srgbClr val="0D9488">
              <a:alpha val="2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828800"/>
            <a:ext cx="1005840" cy="1005840"/>
          </a:xfrm>
          <a:prstGeom prst="ellipse">
            <a:avLst/>
          </a:prstGeom>
          <a:solidFill>
            <a:srgbClr val="5EEAD4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320040"/>
            <a:ext cx="21945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Cần Ghi Nhớ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5486400" cy="62179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14721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3716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Assets tốt = Banner đẹp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6550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Chất lượng của concept nhân vật, logo và button là nền tảng. AI chỉ tổng hợp — garbage in, garbage out.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02536"/>
            <a:ext cx="5486400" cy="62179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02536"/>
            <a:ext cx="54864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2157984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0574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Sketch giúp kiểm soát bố cục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3408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Luồng A (có sketch) cho kết quả sát ý đồ hơn, ít vòng chỉnh sửa hơn so với Luồng B.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5486400" cy="62179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8833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284378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27432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Prompt càng chi tiết, output càng chuẩn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026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Mô tả rõ: bối cảnh, vị trí nhân vật, tone màu, nội dung text cần hiển thị trên banner.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374136"/>
            <a:ext cx="5486400" cy="62179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374136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" y="3529584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34290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Luồng B nhanh nhưng ít kiểm soát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37124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Dùng khi cần thử nhiều phiên bản nhanh. Luồng A dùng khi đã có ý đồ rõ ràng.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059936"/>
            <a:ext cx="5486400" cy="621792"/>
          </a:xfrm>
          <a:prstGeom prst="rect">
            <a:avLst/>
          </a:prstGeom>
          <a:solidFill>
            <a:srgbClr val="152232"/>
          </a:solidFill>
          <a:ln/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059936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" y="421538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" y="411480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Retouch PTS là bước không thể bỏ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43982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AI chưa hoàn hảo — luôn cần pass PTS để fix lỗi và polish sản phẩm cuối.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1234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EEAD4"/>
                </a:solidFill>
              </a:rPr>
              <a:t>CÔNG CỤ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162763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16093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Game Scene Builder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222199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203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Edit with Prompts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81635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7980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Adobe Photoshop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341071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3924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AI Scenario App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Cảm ơn!  ·  Q &amp; 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1026</Words>
  <Application>Microsoft Macintosh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Tạo Banner &amp; Bối Cảnh Sự Kiện Cùng AI Scenario</dc:title>
  <dc:subject>PptxGenJS Presentation</dc:subject>
  <dc:creator>PptxGenJS</dc:creator>
  <cp:lastModifiedBy>Tám. Phạm Ngọc</cp:lastModifiedBy>
  <cp:revision>3</cp:revision>
  <dcterms:created xsi:type="dcterms:W3CDTF">2026-03-20T07:39:09Z</dcterms:created>
  <dcterms:modified xsi:type="dcterms:W3CDTF">2026-03-20T07:47:03Z</dcterms:modified>
</cp:coreProperties>
</file>