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1A6FD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33772"/>
            <a:ext cx="12192000" cy="109728"/>
          </a:xfrm>
          <a:prstGeom prst="rect">
            <a:avLst/>
          </a:prstGeom>
          <a:solidFill>
            <a:srgbClr val="E8EDF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trình làm Prototype bằng AI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Prototype Workflow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0" y="2176272"/>
            <a:ext cx="2743200" cy="36576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377440"/>
            <a:ext cx="2331720" cy="1417320"/>
          </a:xfrm>
          <a:prstGeom prst="rect">
            <a:avLst/>
          </a:prstGeom>
          <a:solidFill>
            <a:srgbClr val="E8F5EE"/>
          </a:solidFill>
          <a:ln w="19050">
            <a:solidFill>
              <a:srgbClr val="2E9B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450592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9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822960" y="3090672"/>
            <a:ext cx="2331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Khung ban đầu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429000" y="2377440"/>
            <a:ext cx="2331720" cy="1417320"/>
          </a:xfrm>
          <a:prstGeom prst="rect">
            <a:avLst/>
          </a:prstGeom>
          <a:solidFill>
            <a:srgbClr val="FEF3E4"/>
          </a:solidFill>
          <a:ln w="19050">
            <a:solidFill>
              <a:srgbClr val="E07B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2450592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07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429000" y="3090672"/>
            <a:ext cx="2331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 sâu từng Scene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2377440"/>
            <a:ext cx="2331720" cy="1417320"/>
          </a:xfrm>
          <a:prstGeom prst="rect">
            <a:avLst/>
          </a:prstGeom>
          <a:solidFill>
            <a:srgbClr val="F0EAF9"/>
          </a:solidFill>
          <a:ln w="19050">
            <a:solidFill>
              <a:srgbClr val="7B4F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2450592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B4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035040" y="3090672"/>
            <a:ext cx="2331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54680" y="28346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760720" y="28346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7200" y="40050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giai đoạn để hoàn thành một tính năng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2E9B5C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09728"/>
            <a:ext cx="658368" cy="475488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6583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9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78992" y="91440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Khung ban đầu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78992" y="40233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toàn bộ khung tính năng về mặt logic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905256"/>
            <a:ext cx="274320" cy="274320"/>
          </a:xfrm>
          <a:prstGeom prst="ellipse">
            <a:avLst/>
          </a:prstGeom>
          <a:solidFill>
            <a:srgbClr val="2E9B5C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9052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67512" y="868680"/>
            <a:ext cx="4590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Yêu cầu AI liệt kê list các UI cần thiết cho tính năng (dựa trên GDD)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20040" y="1325880"/>
            <a:ext cx="274320" cy="274320"/>
          </a:xfrm>
          <a:prstGeom prst="ellipse">
            <a:avLst/>
          </a:prstGeom>
          <a:solidFill>
            <a:srgbClr val="2E9B5C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1325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7512" y="1289304"/>
            <a:ext cx="4590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 thành các Scene để rõ ràng hơn nếu có thể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20040" y="1746504"/>
            <a:ext cx="274320" cy="274320"/>
          </a:xfrm>
          <a:prstGeom prst="ellipse">
            <a:avLst/>
          </a:prstGeom>
          <a:solidFill>
            <a:srgbClr val="2E9B5C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17465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7512" y="1709928"/>
            <a:ext cx="4590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ảnh tham khảo (reference) hoặc screenshot từ các game khác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20040" y="2167128"/>
            <a:ext cx="274320" cy="274320"/>
          </a:xfrm>
          <a:prstGeom prst="ellipse">
            <a:avLst/>
          </a:prstGeom>
          <a:solidFill>
            <a:srgbClr val="2E9B5C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21671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7512" y="2130552"/>
            <a:ext cx="4590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ảnh / cung cấp đường dẫn ảnh reference cho từng Scene/UI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20040" y="2587752"/>
            <a:ext cx="274320" cy="274320"/>
          </a:xfrm>
          <a:prstGeom prst="ellipse">
            <a:avLst/>
          </a:prstGeom>
          <a:solidFill>
            <a:srgbClr val="2E9B5C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" y="25877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7512" y="2551176"/>
            <a:ext cx="4590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danh sách Scene thành bảng với đủ tiêu chí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20040" y="3008376"/>
            <a:ext cx="274320" cy="274320"/>
          </a:xfrm>
          <a:prstGeom prst="ellipse">
            <a:avLst/>
          </a:prstGeom>
          <a:solidFill>
            <a:srgbClr val="2E9B5C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" y="30083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7512" y="2971800"/>
            <a:ext cx="4590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định layout: Ngang (Landscape) hay Dọc (Vertical)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320040" y="3410712"/>
            <a:ext cx="4937760" cy="475488"/>
          </a:xfrm>
          <a:prstGeom prst="rect">
            <a:avLst/>
          </a:prstGeom>
          <a:solidFill>
            <a:srgbClr val="E8F5EE"/>
          </a:solidFill>
          <a:ln w="12700">
            <a:solidFill>
              <a:srgbClr val="2E9B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" y="3410712"/>
            <a:ext cx="48280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Xong bước này: tính năng gần đủ hết các thứ về mặt logic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40680" y="80467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tham khảo</a:t>
            </a:r>
            <a:endParaRPr lang="en-US" sz="1300" dirty="0"/>
          </a:p>
        </p:txBody>
      </p:sp>
      <p:pic>
        <p:nvPicPr>
          <p:cNvPr id="28" name="Image 0" descr="D:\Tamaki\3. Wokrs\2. Oshigoto\11. Claude-PRJ\1. CCN2\v3\character\UI references\lobb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188720"/>
            <a:ext cx="1600200" cy="1417320"/>
          </a:xfrm>
          <a:prstGeom prst="rect">
            <a:avLst/>
          </a:prstGeom>
        </p:spPr>
      </p:pic>
      <p:pic>
        <p:nvPicPr>
          <p:cNvPr id="29" name="Image 1" descr="D:\Tamaki\3. Wokrs\2. Oshigoto\11. Claude-PRJ\1. CCN2\v3\character\UI references\character-l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188720"/>
            <a:ext cx="1600200" cy="1417320"/>
          </a:xfrm>
          <a:prstGeom prst="rect">
            <a:avLst/>
          </a:prstGeom>
        </p:spPr>
      </p:pic>
      <p:pic>
        <p:nvPicPr>
          <p:cNvPr id="30" name="Image 2" descr="D:\Tamaki\3. Wokrs\2. Oshigoto\11. Claude-PRJ\1. CCN2\v3\character\UI references\character-info-R199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2724912"/>
            <a:ext cx="1600200" cy="1417320"/>
          </a:xfrm>
          <a:prstGeom prst="rect">
            <a:avLst/>
          </a:prstGeom>
        </p:spPr>
      </p:pic>
      <p:pic>
        <p:nvPicPr>
          <p:cNvPr id="31" name="Image 3" descr="D:\Tamaki\3. Wokrs\2. Oshigoto\11. Claude-PRJ\1. CCN2\v3\character\UI references\character-info-lvlup-R1999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2724912"/>
            <a:ext cx="1600200" cy="141732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5440680" y="42062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lobby  •  character-list  •  character-info  •  lvlup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2E9B5C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09728"/>
            <a:ext cx="658368" cy="475488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6583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9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78992" y="91440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Khung ban đầu – Ví dụ Scene Table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78992" y="40233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chuẩn để mô tả các Scene cần build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22960"/>
          <a:ext cx="850392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554480"/>
                <a:gridCol w="2743200"/>
                <a:gridCol w="39776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B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B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Ảnh tham khảo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B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B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Lobby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lobby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Scene đầu tiên khi vào game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character-list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character-list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Mở khi bấm nút Inventory trên Lobby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character-info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character-info-cookie, -R1999, -lvlup-sdorica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Mở khi bấm vào 1 character trong list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character-info-lvlup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character-info-lvlup-R1999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Popup nâng cấp ở scene character-info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character-info-skilllv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character-info-skilllv-R1999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Popup khi bấm vào phần Skill/Ultimate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20040" y="3822192"/>
            <a:ext cx="8503920" cy="566928"/>
          </a:xfrm>
          <a:prstGeom prst="rect">
            <a:avLst/>
          </a:prstGeom>
          <a:solidFill>
            <a:srgbClr val="FFF8E6"/>
          </a:solidFill>
          <a:ln w="12700">
            <a:solidFill>
              <a:srgbClr val="E07B1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5488" y="3822192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Lưu ý: </a:t>
            </a:r>
            <a:pPr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Đôi khi cần cung cấp một Balance Demo để tiếp tục → chuyển sang làm khung Balance song song với bước này.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E07B1A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09728"/>
            <a:ext cx="658368" cy="475488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6583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7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78992" y="91440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 sâu vào từng Scene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78992" y="40233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ảnh demo tự ghép để hướng dẫn AI code chính xác hơn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905256"/>
            <a:ext cx="274320" cy="274320"/>
          </a:xfrm>
          <a:prstGeom prst="ellipse">
            <a:avLst/>
          </a:prstGeom>
          <a:solidFill>
            <a:srgbClr val="E07B1A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9052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67512" y="868680"/>
            <a:ext cx="4590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ghép ảnh demo gần với mong muốn nhất bằng Figma (cắt &amp; dán)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20040" y="1325880"/>
            <a:ext cx="274320" cy="274320"/>
          </a:xfrm>
          <a:prstGeom prst="ellipse">
            <a:avLst/>
          </a:prstGeom>
          <a:solidFill>
            <a:srgbClr val="E07B1A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1325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7512" y="1289304"/>
            <a:ext cx="4590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/ link ảnh demo → yêu cầu AI mô tả lại những thứ nhìn thấy trong ảnh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20040" y="1746504"/>
            <a:ext cx="274320" cy="274320"/>
          </a:xfrm>
          <a:prstGeom prst="ellipse">
            <a:avLst/>
          </a:prstGeom>
          <a:solidFill>
            <a:srgbClr val="E07B1A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17465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7512" y="1709928"/>
            <a:ext cx="4590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nhận hoặc chỉnh sửa mô tả cho đúng ý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20040" y="2167128"/>
            <a:ext cx="274320" cy="274320"/>
          </a:xfrm>
          <a:prstGeom prst="ellipse">
            <a:avLst/>
          </a:prstGeom>
          <a:solidFill>
            <a:srgbClr val="E07B1A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21671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7512" y="2130552"/>
            <a:ext cx="4590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Yêu cầu AI code dựa trên mô tả đã xác nhận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20040" y="2624328"/>
            <a:ext cx="4937760" cy="640080"/>
          </a:xfrm>
          <a:prstGeom prst="rect">
            <a:avLst/>
          </a:prstGeom>
          <a:solidFill>
            <a:srgbClr val="FEF3E4"/>
          </a:solidFill>
          <a:ln w="12700">
            <a:solidFill>
              <a:srgbClr val="E07B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" y="2624328"/>
            <a:ext cx="4828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Tại sao?: </a:t>
            </a:r>
            <a:pPr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"AI mô tả ảnh" giúp align kỳ vọng giữa designer và AI trước khi code, tránh sai lệch lớn về layout/component.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40680" y="80467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mockup → Code output</a:t>
            </a:r>
            <a:endParaRPr lang="en-US" sz="1300" dirty="0"/>
          </a:p>
        </p:txBody>
      </p:sp>
      <p:pic>
        <p:nvPicPr>
          <p:cNvPr id="22" name="Image 0" descr="D:\Tamaki\3. Wokrs\2. Oshigoto\11. Claude-PRJ\1. CCN2\v3\character\UI references\character-info-ccn2-dem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188720"/>
            <a:ext cx="1600200" cy="2834640"/>
          </a:xfrm>
          <a:prstGeom prst="rect">
            <a:avLst/>
          </a:prstGeom>
        </p:spPr>
      </p:pic>
      <p:pic>
        <p:nvPicPr>
          <p:cNvPr id="23" name="Image 1" descr="D:\Tamaki\3. Wokrs\2. Oshigoto\11. Claude-PRJ\1. CCN2\v3\character\UI references\character-info-skill-info-dem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188720"/>
            <a:ext cx="1600200" cy="283464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440680" y="40690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character-info demo  •  skill-info demo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7B4FBF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09728"/>
            <a:ext cx="658368" cy="475488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6583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B4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78992" y="91440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bằng tay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78992" y="40233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Chỉnh sửa chi tiết cuối để đạt đúng mong muốn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905256"/>
            <a:ext cx="274320" cy="274320"/>
          </a:xfrm>
          <a:prstGeom prst="ellipse">
            <a:avLst/>
          </a:prstGeom>
          <a:solidFill>
            <a:srgbClr val="7B4FBF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9052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67512" y="868680"/>
            <a:ext cx="8156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tả và yêu cầu AI chỉnh sửa chính xác những chi tiết cuối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20040" y="1325880"/>
            <a:ext cx="274320" cy="274320"/>
          </a:xfrm>
          <a:prstGeom prst="ellipse">
            <a:avLst/>
          </a:prstGeom>
          <a:solidFill>
            <a:srgbClr val="7B4FBF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1325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7512" y="1289304"/>
            <a:ext cx="8156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Sửa từng chút một — mỗi request nên nhỏ, tập trung 1 vấn đề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20040" y="1746504"/>
            <a:ext cx="274320" cy="274320"/>
          </a:xfrm>
          <a:prstGeom prst="ellipse">
            <a:avLst/>
          </a:prstGeom>
          <a:solidFill>
            <a:srgbClr val="7B4FBF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17465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7512" y="1709928"/>
            <a:ext cx="8156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Tả trực tiếp bằng ngôn ngữ vẫn hiệu quả hơn nhờ AI "dịch" ảnh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20040" y="2194560"/>
            <a:ext cx="2743200" cy="1188720"/>
          </a:xfrm>
          <a:prstGeom prst="rect">
            <a:avLst/>
          </a:prstGeom>
          <a:solidFill>
            <a:srgbClr val="F0EAF9"/>
          </a:solidFill>
          <a:ln w="15240">
            <a:solidFill>
              <a:srgbClr val="7B4F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24028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20040" y="2606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B4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nhanh hơn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29768" y="2907792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nhỏ → AI xử lý chính xác, ít lỗi hơn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64408" y="2194560"/>
            <a:ext cx="2743200" cy="1188720"/>
          </a:xfrm>
          <a:prstGeom prst="rect">
            <a:avLst/>
          </a:prstGeom>
          <a:solidFill>
            <a:srgbClr val="F0EAF9"/>
          </a:solidFill>
          <a:ln w="15240">
            <a:solidFill>
              <a:srgbClr val="7B4F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64408" y="224028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264408" y="2606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B4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Dễ xác định lỗi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374136" y="2907792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Thay đổi ít → biết ngay lỗi nằm ở đâu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08776" y="2194560"/>
            <a:ext cx="2743200" cy="1188720"/>
          </a:xfrm>
          <a:prstGeom prst="rect">
            <a:avLst/>
          </a:prstGeom>
          <a:solidFill>
            <a:srgbClr val="F0EAF9"/>
          </a:solidFill>
          <a:ln w="15240">
            <a:solidFill>
              <a:srgbClr val="7B4F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08776" y="224028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208776" y="2606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B4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Tránh mất dữ liệu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18504" y="2907792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Tránh hết token / compact session giữa chừng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0040" y="3520440"/>
            <a:ext cx="8503920" cy="603504"/>
          </a:xfrm>
          <a:prstGeom prst="rect">
            <a:avLst/>
          </a:prstGeom>
          <a:solidFill>
            <a:srgbClr val="F0EAF9"/>
          </a:solidFill>
          <a:ln w="12700">
            <a:solidFill>
              <a:srgbClr val="7B4F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520440"/>
            <a:ext cx="83393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4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 Tip: </a:t>
            </a:r>
            <a:pPr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cũng dễ "tiến hóa" theo khi request được chia nhỏ — tránh trường hợp yêu cầu quá nhiều thứ cùng lúc khiến khó kiểm chứng kết quả.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1A6FD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kết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743200" cy="3931920"/>
          </a:xfrm>
          <a:prstGeom prst="rect">
            <a:avLst/>
          </a:prstGeom>
          <a:solidFill>
            <a:srgbClr val="E8F5EE"/>
          </a:solidFill>
          <a:ln w="19050">
            <a:solidFill>
              <a:srgbClr val="2E9B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68680"/>
            <a:ext cx="2743200" cy="658368"/>
          </a:xfrm>
          <a:prstGeom prst="rect">
            <a:avLst/>
          </a:prstGeom>
          <a:solidFill>
            <a:srgbClr val="2E9B5C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86868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 Khung ban đầu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62763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9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Liệt kê UI từ GDD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13055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9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 Scene rõ ràng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63347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9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&amp; cung cấp ảnh ref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13639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9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bảng Scene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63931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9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định layout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64408" y="868680"/>
            <a:ext cx="2743200" cy="3931920"/>
          </a:xfrm>
          <a:prstGeom prst="rect">
            <a:avLst/>
          </a:prstGeom>
          <a:solidFill>
            <a:srgbClr val="FEF3E4"/>
          </a:solidFill>
          <a:ln w="19050">
            <a:solidFill>
              <a:srgbClr val="E07B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64408" y="868680"/>
            <a:ext cx="2743200" cy="658368"/>
          </a:xfrm>
          <a:prstGeom prst="rect">
            <a:avLst/>
          </a:prstGeom>
          <a:solidFill>
            <a:srgbClr val="E07B1A"/>
          </a:solidFill>
          <a:ln/>
        </p:spPr>
      </p:sp>
      <p:sp>
        <p:nvSpPr>
          <p:cNvPr id="14" name="Text 12"/>
          <p:cNvSpPr/>
          <p:nvPr/>
        </p:nvSpPr>
        <p:spPr>
          <a:xfrm>
            <a:off x="3264408" y="86868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 Đi sâu từng Scene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01568" y="162763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Ghép ảnh demo bằng Figma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01568" y="213055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mô tả ảnh demo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01568" y="263347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nhận / chỉnh mô tả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01568" y="313639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code từ mô tả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08776" y="868680"/>
            <a:ext cx="2743200" cy="3931920"/>
          </a:xfrm>
          <a:prstGeom prst="rect">
            <a:avLst/>
          </a:prstGeom>
          <a:solidFill>
            <a:srgbClr val="F0EAF9"/>
          </a:solidFill>
          <a:ln w="19050">
            <a:solidFill>
              <a:srgbClr val="7B4F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08776" y="868680"/>
            <a:ext cx="2743200" cy="658368"/>
          </a:xfrm>
          <a:prstGeom prst="rect">
            <a:avLst/>
          </a:prstGeom>
          <a:solidFill>
            <a:srgbClr val="7B4FBF"/>
          </a:solidFill>
          <a:ln/>
        </p:spPr>
      </p:sp>
      <p:sp>
        <p:nvSpPr>
          <p:cNvPr id="21" name="Text 19"/>
          <p:cNvSpPr/>
          <p:nvPr/>
        </p:nvSpPr>
        <p:spPr>
          <a:xfrm>
            <a:off x="6208776" y="86868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 Fine-tune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45936" y="162763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4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tả chi tiết cuối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45936" y="213055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4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nhỏ từng phần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45936" y="263347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4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Dễ track / dễ debug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345936" y="313639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4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tiến hóa dần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0" y="5033772"/>
            <a:ext cx="12192000" cy="109728"/>
          </a:xfrm>
          <a:prstGeom prst="rect">
            <a:avLst/>
          </a:prstGeom>
          <a:solidFill>
            <a:srgbClr val="E8EDF3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2026-03-20T08:51:02Z</dcterms:created>
  <dcterms:modified xsi:type="dcterms:W3CDTF">2026-03-20T08:51:02Z</dcterms:modified>
</cp:coreProperties>
</file>