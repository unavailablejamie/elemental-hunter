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1A6F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05045" y="1019473"/>
            <a:ext cx="713390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làm Prototype bằng AI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045" y="1644848"/>
            <a:ext cx="71339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1800" i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Prototype Workflow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302050" y="2394049"/>
            <a:ext cx="2539901" cy="25301"/>
          </a:xfrm>
          <a:prstGeom prst="rect">
            <a:avLst/>
          </a:prstGeom>
          <a:solidFill>
            <a:srgbClr val="CBD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0" y="2698700"/>
            <a:ext cx="2070050" cy="1101477"/>
          </a:xfrm>
          <a:prstGeom prst="roundRect">
            <a:avLst>
              <a:gd name="adj" fmla="val 11530"/>
            </a:avLst>
          </a:prstGeom>
          <a:noFill/>
          <a:ln w="19050">
            <a:solidFill>
              <a:srgbClr val="2E9B5C"/>
            </a:solidFill>
          </a:ln>
          <a:effectLst>
            <a:outerShdw sx="100000" sy="100000" kx="0" ky="0" algn="bl" rotWithShape="0" blurRad="95250" dist="34343" dir="336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76300" y="2717750"/>
            <a:ext cx="2031950" cy="660350"/>
          </a:xfrm>
          <a:prstGeom prst="rect">
            <a:avLst/>
          </a:prstGeom>
          <a:solidFill>
            <a:srgbClr val="2E9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38759" y="2781151"/>
            <a:ext cx="9070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76300" y="3378101"/>
            <a:ext cx="2031950" cy="403027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5470" y="3479602"/>
            <a:ext cx="18136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ban đầu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79700" y="3009751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36900" y="2698700"/>
            <a:ext cx="2070050" cy="1101477"/>
          </a:xfrm>
          <a:prstGeom prst="roundRect">
            <a:avLst>
              <a:gd name="adj" fmla="val 11530"/>
            </a:avLst>
          </a:prstGeom>
          <a:noFill/>
          <a:ln w="19050">
            <a:solidFill>
              <a:srgbClr val="E07B1A"/>
            </a:solidFill>
          </a:ln>
          <a:effectLst>
            <a:outerShdw sx="100000" sy="100000" kx="0" ky="0" algn="bl" rotWithShape="0" blurRad="95250" dist="34343" dir="336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55950" y="2717750"/>
            <a:ext cx="2031950" cy="660350"/>
          </a:xfrm>
          <a:prstGeom prst="rect">
            <a:avLst/>
          </a:prstGeom>
          <a:solidFill>
            <a:srgbClr val="E0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18409" y="2781151"/>
            <a:ext cx="9070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555950" y="3378101"/>
            <a:ext cx="2031950" cy="403027"/>
          </a:xfrm>
          <a:prstGeom prst="rect">
            <a:avLst/>
          </a:prstGeom>
          <a:solidFill>
            <a:srgbClr val="FEF3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65120" y="3479602"/>
            <a:ext cx="18136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 sâu từng Scene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59351" y="3009751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6551" y="2698700"/>
            <a:ext cx="2070050" cy="1101477"/>
          </a:xfrm>
          <a:prstGeom prst="roundRect">
            <a:avLst>
              <a:gd name="adj" fmla="val 11530"/>
            </a:avLst>
          </a:prstGeom>
          <a:noFill/>
          <a:ln w="19050">
            <a:solidFill>
              <a:srgbClr val="7B4FBF"/>
            </a:solidFill>
          </a:ln>
          <a:effectLst>
            <a:outerShdw sx="100000" sy="100000" kx="0" ky="0" algn="bl" rotWithShape="0" blurRad="95250" dist="34343" dir="336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35601" y="2717750"/>
            <a:ext cx="2031950" cy="660350"/>
          </a:xfrm>
          <a:prstGeom prst="rect">
            <a:avLst/>
          </a:prstGeom>
          <a:solidFill>
            <a:srgbClr val="7B4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98059" y="2781151"/>
            <a:ext cx="9070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235601" y="3378101"/>
            <a:ext cx="2031950" cy="403027"/>
          </a:xfrm>
          <a:prstGeom prst="rect">
            <a:avLst/>
          </a:prstGeom>
          <a:solidFill>
            <a:srgbClr val="F0E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44771" y="3479602"/>
            <a:ext cx="18136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bằng tay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21844" y="3977878"/>
            <a:ext cx="35003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giai đoạn để hoàn thành một tính năng Prototype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E9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128588"/>
            <a:ext cx="846683" cy="453926"/>
          </a:xfrm>
          <a:prstGeom prst="roundRect">
            <a:avLst>
              <a:gd name="adj" fmla="val 16787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179338"/>
            <a:ext cx="60463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52984" y="119063"/>
            <a:ext cx="299358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ban đầu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52984" y="439638"/>
            <a:ext cx="29935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toàn bộ khung tính năng về mặt logic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8888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9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8580" y="95220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863501"/>
            <a:ext cx="4728261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AI liệt kê list các UI cần thiết cho tính năng (dựa trên GDD)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136847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9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8580" y="1431875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451" y="1343174"/>
            <a:ext cx="4728261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thành các </a:t>
            </a:r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</a:t>
            </a:r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để rõ ràng hơn nếu có thể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" y="172387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9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8580" y="178727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451" y="1698575"/>
            <a:ext cx="4728261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</a:t>
            </a:r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tham khảo</a:t>
            </a:r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(reference) hoặc screenshot từ các game khác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" y="220354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9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8580" y="2266950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451" y="2178248"/>
            <a:ext cx="4728261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ảnh / cung cấp đường dẫn reference cho từng Scene/UI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" y="268322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9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8580" y="274662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451" y="2657921"/>
            <a:ext cx="4728261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danh sách Scene thành </a:t>
            </a:r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</a:t>
            </a:r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với đủ tiêu chí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" y="303862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9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8580" y="3102025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9451" y="3013323"/>
            <a:ext cx="4728261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định layout: </a:t>
            </a:r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Ngang</a:t>
            </a:r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(Landscape) hay </a:t>
            </a:r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Dọc</a:t>
            </a:r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(Vertical)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" y="3419475"/>
            <a:ext cx="5016401" cy="396776"/>
          </a:xfrm>
          <a:prstGeom prst="roundRect">
            <a:avLst>
              <a:gd name="adj" fmla="val 19205"/>
            </a:avLst>
          </a:prstGeom>
          <a:solidFill>
            <a:srgbClr val="E8F5EE"/>
          </a:solidFill>
          <a:ln w="9525">
            <a:solidFill>
              <a:srgbClr val="2E9B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65075" y="3517850"/>
            <a:ext cx="48383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Xong bước này: tính năng gần đủ hết về mặt logic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15485" y="863501"/>
            <a:ext cx="34849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tham khảo ví dụ</a:t>
            </a:r>
            <a:endParaRPr lang="en-US" sz="1100" dirty="0"/>
          </a:p>
        </p:txBody>
      </p:sp>
      <p:pic>
        <p:nvPicPr>
          <p:cNvPr id="28" name="Image 0" descr="D:/Tamaki/3. Wokrs/2. Oshigoto/11. Claude-PRJ/1. CCN2/v3/pptx-workspace/slides/lobb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9652" y="1168152"/>
            <a:ext cx="1689199" cy="1009650"/>
          </a:xfrm>
          <a:prstGeom prst="rect">
            <a:avLst/>
          </a:prstGeom>
        </p:spPr>
      </p:pic>
      <p:pic>
        <p:nvPicPr>
          <p:cNvPr id="29" name="Image 1" descr="D:/Tamaki/3. Wokrs/2. Oshigoto/11. Claude-PRJ/1. CCN2/v3/pptx-workspace/slides/character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001" y="1168152"/>
            <a:ext cx="1689348" cy="1009650"/>
          </a:xfrm>
          <a:prstGeom prst="rect">
            <a:avLst/>
          </a:prstGeom>
        </p:spPr>
      </p:pic>
      <p:pic>
        <p:nvPicPr>
          <p:cNvPr id="30" name="Image 2" descr="D:/Tamaki/3. Wokrs/2. Oshigoto/11. Claude-PRJ/1. CCN2/v3/pptx-workspace/slides/character-info-R199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652" y="3008263"/>
            <a:ext cx="1689199" cy="1009650"/>
          </a:xfrm>
          <a:prstGeom prst="rect">
            <a:avLst/>
          </a:prstGeom>
        </p:spPr>
      </p:pic>
      <p:pic>
        <p:nvPicPr>
          <p:cNvPr id="31" name="Image 3" descr="D:/Tamaki/3. Wokrs/2. Oshigoto/11. Claude-PRJ/1. CCN2/v3/pptx-workspace/slides/character-info-lvlup-R199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001" y="3008263"/>
            <a:ext cx="1689348" cy="100965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515485" y="4873675"/>
            <a:ext cx="34849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lobby · character-list · character-info · character-info-lvlup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E9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128588"/>
            <a:ext cx="846683" cy="453926"/>
          </a:xfrm>
          <a:prstGeom prst="roundRect">
            <a:avLst>
              <a:gd name="adj" fmla="val 16787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179338"/>
            <a:ext cx="60463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52984" y="119063"/>
            <a:ext cx="437030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ban đầu – Ví dụ Scene Table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52984" y="439638"/>
            <a:ext cx="43703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chuẩn để mô tả các Scene cần build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3901" y="3778300"/>
            <a:ext cx="8636198" cy="674191"/>
          </a:xfrm>
          <a:prstGeom prst="roundRect">
            <a:avLst>
              <a:gd name="adj" fmla="val 11302"/>
            </a:avLst>
          </a:prstGeom>
          <a:solidFill>
            <a:srgbClr val="FEF3E4"/>
          </a:solidFill>
          <a:ln w="9525">
            <a:solidFill>
              <a:srgbClr val="E07B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5826" y="3902125"/>
            <a:ext cx="847859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Lưu ý: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Đôi khi cần cung cấp một Balance Demo để demo tiếp → chuyển sang làm khung Balance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 song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với bước này.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E0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128588"/>
            <a:ext cx="846683" cy="453926"/>
          </a:xfrm>
          <a:prstGeom prst="roundRect">
            <a:avLst>
              <a:gd name="adj" fmla="val 16787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179338"/>
            <a:ext cx="60463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52984" y="119063"/>
            <a:ext cx="394100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 sâu vào từng Scene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52984" y="439638"/>
            <a:ext cx="39410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ảnh demo tự ghép để hướng dẫn AI code chính xác hơn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9141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0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8580" y="97750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451" y="888802"/>
            <a:ext cx="4793081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ghép ảnh demo gần với mong muốn nhất bằng </a:t>
            </a:r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(cắt &amp; dán cũng được)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143589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0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8580" y="1499295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451" y="1410593"/>
            <a:ext cx="4793081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/ link ảnh demo → yêu cầu AI </a:t>
            </a:r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tả lại</a:t>
            </a:r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những thứ nhìn thấy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" y="195768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0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8580" y="2021086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451" y="1932384"/>
            <a:ext cx="337856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nhận hoặc chỉnh sửa</a:t>
            </a:r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mô tả cho đúng 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" y="233853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0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8580" y="240193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451" y="2313236"/>
            <a:ext cx="3370064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AI </a:t>
            </a:r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dựa trên mô tả đã xác nhận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" y="2770287"/>
            <a:ext cx="5079950" cy="648593"/>
          </a:xfrm>
          <a:prstGeom prst="roundRect">
            <a:avLst>
              <a:gd name="adj" fmla="val 11749"/>
            </a:avLst>
          </a:prstGeom>
          <a:solidFill>
            <a:srgbClr val="FEF3E4"/>
          </a:solidFill>
          <a:ln w="9525">
            <a:solidFill>
              <a:srgbClr val="E07B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90525" y="2881313"/>
            <a:ext cx="485122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Tại sao?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Bước "AI mô tả ảnh" giúp align kỳ vọng trước khi code, tránh sai lệch lớn về layout và component.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10146" y="888802"/>
            <a:ext cx="105117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mockup → Code output</a:t>
            </a:r>
            <a:endParaRPr lang="en-US" sz="1100" dirty="0"/>
          </a:p>
        </p:txBody>
      </p:sp>
      <p:pic>
        <p:nvPicPr>
          <p:cNvPr id="22" name="Image 0" descr="D:/Tamaki/3. Wokrs/2. Oshigoto/11. Claude-PRJ/1. CCN2/v3/pptx-workspace/slides/character-info-ccn2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3202" y="1218902"/>
            <a:ext cx="4993779" cy="2813000"/>
          </a:xfrm>
          <a:prstGeom prst="rect">
            <a:avLst/>
          </a:prstGeom>
        </p:spPr>
      </p:pic>
      <p:pic>
        <p:nvPicPr>
          <p:cNvPr id="23" name="Image 1" descr="D:/Tamaki/3. Wokrs/2. Oshigoto/11. Claude-PRJ/1. CCN2/v3/pptx-workspace/slides/character-info-skill-info-de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481" y="1218902"/>
            <a:ext cx="5210324" cy="28130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510146" y="4848225"/>
            <a:ext cx="105117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character-info demo · skill-info demo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7B4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128588"/>
            <a:ext cx="846683" cy="453926"/>
          </a:xfrm>
          <a:prstGeom prst="roundRect">
            <a:avLst>
              <a:gd name="adj" fmla="val 16787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179338"/>
            <a:ext cx="60463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52984" y="119063"/>
            <a:ext cx="29932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bằng tay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52984" y="439638"/>
            <a:ext cx="29932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Chỉnh sửa chi tiết cuối để đạt đúng mong muốn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3901" y="91410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7B4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3881" y="97750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752" y="888802"/>
            <a:ext cx="45492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tả và yêu cầu AI chỉnh sửa chính xác những </a:t>
            </a:r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 cuối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3901" y="128215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7B4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3881" y="1345555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4752" y="1256854"/>
            <a:ext cx="544751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Sửa </a:t>
            </a:r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từng chút một</a:t>
            </a:r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mỗi request nên nhỏ, tập trung 1 vấn đề duy nhất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3901" y="165020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7B4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3881" y="171360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4752" y="1624905"/>
            <a:ext cx="56556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Tả trực tiếp bằng mô tả vẫn hiệu quả hơn nhờ AI "dịch" ảnh ở giai đoạn này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3901" y="2031057"/>
            <a:ext cx="2063800" cy="1478012"/>
          </a:xfrm>
          <a:prstGeom prst="roundRect">
            <a:avLst>
              <a:gd name="adj" fmla="val 6874"/>
            </a:avLst>
          </a:prstGeom>
          <a:solidFill>
            <a:srgbClr val="F0EAF9"/>
          </a:solidFill>
          <a:ln w="9525">
            <a:solidFill>
              <a:srgbClr val="7B4F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0050" y="2167533"/>
            <a:ext cx="3913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3231" y="2589758"/>
            <a:ext cx="13449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7B4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nhanh hơn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8426" y="2827883"/>
            <a:ext cx="1774749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nhỏ → AI xử lý chính xác, ít lỗi hơn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44651" y="2031057"/>
            <a:ext cx="2063948" cy="1478012"/>
          </a:xfrm>
          <a:prstGeom prst="roundRect">
            <a:avLst>
              <a:gd name="adj" fmla="val 6874"/>
            </a:avLst>
          </a:prstGeom>
          <a:solidFill>
            <a:srgbClr val="F0EAF9"/>
          </a:solidFill>
          <a:ln w="9525">
            <a:solidFill>
              <a:srgbClr val="7B4F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80949" y="2167533"/>
            <a:ext cx="3913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882461" y="2589758"/>
            <a:ext cx="1188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7B4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xác định lỗi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89175" y="2827883"/>
            <a:ext cx="177490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Thay đổi ít → biết ngay lỗi nằm ở đâu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35550" y="2031057"/>
            <a:ext cx="2063800" cy="1478012"/>
          </a:xfrm>
          <a:prstGeom prst="roundRect">
            <a:avLst>
              <a:gd name="adj" fmla="val 6874"/>
            </a:avLst>
          </a:prstGeom>
          <a:solidFill>
            <a:srgbClr val="F0EAF9"/>
          </a:solidFill>
          <a:ln w="9525">
            <a:solidFill>
              <a:srgbClr val="7B4F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24830" y="2167533"/>
            <a:ext cx="28508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960876" y="2589758"/>
            <a:ext cx="1412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7B4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Tránh mất dữ liệu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80075" y="2827883"/>
            <a:ext cx="1774749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Tránh hết token hoặc session compact giữa chừng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26300" y="2031057"/>
            <a:ext cx="2063800" cy="1478012"/>
          </a:xfrm>
          <a:prstGeom prst="roundRect">
            <a:avLst>
              <a:gd name="adj" fmla="val 6874"/>
            </a:avLst>
          </a:prstGeom>
          <a:solidFill>
            <a:srgbClr val="F0EAF9"/>
          </a:solidFill>
          <a:ln w="9525">
            <a:solidFill>
              <a:srgbClr val="7B4F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662449" y="2167533"/>
            <a:ext cx="3913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058266" y="2589758"/>
            <a:ext cx="1599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7B4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tiến hóa dần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70825" y="2827883"/>
            <a:ext cx="1774749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theo dõi và kiểm chứng từng thay đổi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3901" y="3610570"/>
            <a:ext cx="8636198" cy="435322"/>
          </a:xfrm>
          <a:prstGeom prst="roundRect">
            <a:avLst>
              <a:gd name="adj" fmla="val 17504"/>
            </a:avLst>
          </a:prstGeom>
          <a:solidFill>
            <a:srgbClr val="F0EAF9"/>
          </a:solidFill>
          <a:ln w="9525">
            <a:solidFill>
              <a:srgbClr val="7B4F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1127" y="3721596"/>
            <a:ext cx="84269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Tip: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Tránh yêu cầu quá nhiều thứ cùng lúc — design khó theo dõi, AI dễ sai, và khó kiểm chứng kết quả từng phần.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1A6F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9350" y="279350"/>
            <a:ext cx="875700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758726"/>
            <a:ext cx="2793950" cy="4130873"/>
          </a:xfrm>
          <a:prstGeom prst="roundRect">
            <a:avLst>
              <a:gd name="adj" fmla="val 4546"/>
            </a:avLst>
          </a:prstGeom>
          <a:noFill/>
          <a:ln w="19050">
            <a:solidFill>
              <a:srgbClr val="2E9B5C"/>
            </a:solidFill>
          </a:ln>
          <a:effectLst>
            <a:outerShdw sx="100000" sy="100000" kx="0" ky="0" algn="bl" rotWithShape="0" blurRad="76200" dist="21299" dir="378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7650" y="777776"/>
            <a:ext cx="2755850" cy="584150"/>
          </a:xfrm>
          <a:prstGeom prst="rect">
            <a:avLst/>
          </a:prstGeom>
          <a:solidFill>
            <a:srgbClr val="2E9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3475" y="965002"/>
            <a:ext cx="19642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— Khung ban đầu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7650" y="1361926"/>
            <a:ext cx="2755850" cy="3508623"/>
          </a:xfrm>
          <a:prstGeom prst="rect">
            <a:avLst/>
          </a:prstGeom>
          <a:solidFill>
            <a:srgbClr val="E8F5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1501527"/>
            <a:ext cx="12615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E9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7127" y="1488877"/>
            <a:ext cx="123569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Liệt kê UI từ GDD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0050" y="1737420"/>
            <a:ext cx="12615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E9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7127" y="1724769"/>
            <a:ext cx="1339373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Scene rõ ràng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0050" y="1973312"/>
            <a:ext cx="12615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E9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7127" y="1960662"/>
            <a:ext cx="209111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&amp; cung cấp ảnh reference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0050" y="2209205"/>
            <a:ext cx="12615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E9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7127" y="2196554"/>
            <a:ext cx="212572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bảng Scene đủ tiêu chí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0050" y="2445097"/>
            <a:ext cx="12615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E9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7127" y="2432447"/>
            <a:ext cx="1832283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định layout ngang/dọc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74950" y="758726"/>
            <a:ext cx="2794099" cy="4130873"/>
          </a:xfrm>
          <a:prstGeom prst="roundRect">
            <a:avLst>
              <a:gd name="adj" fmla="val 4545"/>
            </a:avLst>
          </a:prstGeom>
          <a:noFill/>
          <a:ln w="19050">
            <a:solidFill>
              <a:srgbClr val="E07B1A"/>
            </a:solidFill>
          </a:ln>
          <a:effectLst>
            <a:outerShdw sx="100000" sy="100000" kx="0" ky="0" algn="bl" rotWithShape="0" blurRad="76200" dist="21299" dir="378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194000" y="777776"/>
            <a:ext cx="2755999" cy="584150"/>
          </a:xfrm>
          <a:prstGeom prst="rect">
            <a:avLst/>
          </a:prstGeom>
          <a:solidFill>
            <a:srgbClr val="E0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53503" y="965002"/>
            <a:ext cx="22369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— Đi sâu từng Scene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94000" y="1361926"/>
            <a:ext cx="2755999" cy="3508623"/>
          </a:xfrm>
          <a:prstGeom prst="rect">
            <a:avLst/>
          </a:prstGeom>
          <a:solidFill>
            <a:srgbClr val="FEF3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46400" y="1501527"/>
            <a:ext cx="12615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33477" y="1488877"/>
            <a:ext cx="197892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ảnh demo bằng Figma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46400" y="1737420"/>
            <a:ext cx="12615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33477" y="1724769"/>
            <a:ext cx="1313414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mô tả ảnh demo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46400" y="1973312"/>
            <a:ext cx="12615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33477" y="1960662"/>
            <a:ext cx="159000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nhận / chỉnh mô tả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46400" y="2209205"/>
            <a:ext cx="12615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33477" y="2196554"/>
            <a:ext cx="178917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từ mô tả đã duyệt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21450" y="758726"/>
            <a:ext cx="2793950" cy="4130873"/>
          </a:xfrm>
          <a:prstGeom prst="roundRect">
            <a:avLst>
              <a:gd name="adj" fmla="val 4546"/>
            </a:avLst>
          </a:prstGeom>
          <a:noFill/>
          <a:ln w="19050">
            <a:solidFill>
              <a:srgbClr val="7B4FBF"/>
            </a:solidFill>
          </a:ln>
          <a:effectLst>
            <a:outerShdw sx="100000" sy="100000" kx="0" ky="0" algn="bl" rotWithShape="0" blurRad="76200" dist="21299" dir="378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40500" y="777776"/>
            <a:ext cx="2755850" cy="584150"/>
          </a:xfrm>
          <a:prstGeom prst="rect">
            <a:avLst/>
          </a:prstGeom>
          <a:solidFill>
            <a:srgbClr val="7B4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788018" y="965002"/>
            <a:ext cx="146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— Fine-tune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40500" y="1361926"/>
            <a:ext cx="2755850" cy="3508623"/>
          </a:xfrm>
          <a:prstGeom prst="rect">
            <a:avLst/>
          </a:prstGeom>
          <a:solidFill>
            <a:srgbClr val="F0E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92900" y="1501527"/>
            <a:ext cx="12615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7B4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79977" y="1488877"/>
            <a:ext cx="1918204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tả chi tiết cuối cần chỉnh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92900" y="1737420"/>
            <a:ext cx="12615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7B4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79977" y="1724769"/>
            <a:ext cx="167713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nhỏ, từng phần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92900" y="1973312"/>
            <a:ext cx="12615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7B4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79977" y="1960662"/>
            <a:ext cx="1417249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track &amp; dễ debug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92900" y="2209205"/>
            <a:ext cx="12615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7B4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79977" y="2196554"/>
            <a:ext cx="184943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tiến hóa dần theo ý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E8ED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Quy trình làm Prototype bằng AI</dc:title>
  <dc:subject>PptxGenJS Presentation</dc:subject>
  <dc:creator>CCN2 Team</dc:creator>
  <cp:lastModifiedBy>CCN2 Team</cp:lastModifiedBy>
  <cp:revision>1</cp:revision>
  <dcterms:created xsi:type="dcterms:W3CDTF">2026-03-20T09:10:40Z</dcterms:created>
  <dcterms:modified xsi:type="dcterms:W3CDTF">2026-03-20T09:10:40Z</dcterms:modified>
</cp:coreProperties>
</file>